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0" y="73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Migration  ·  Airflow 3.1.7 + dbt 1.7.5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86384"/>
            <a:ext cx="11777472" cy="713232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86384"/>
            <a:ext cx="111556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786384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08176" y="786384"/>
            <a:ext cx="10460736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OpenShift compute, storage and networking to host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3.1.7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SEI SWP migration data pipeline platform — high availability across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UAT, QA and Dev.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591056"/>
            <a:ext cx="117774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591056"/>
            <a:ext cx="5486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591056"/>
            <a:ext cx="1164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901952"/>
            <a:ext cx="2871216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1901952"/>
            <a:ext cx="28712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9751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Firm-Critical Migration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" y="2267712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is migrating from FIS/Advent Advantage to SEI SWP — a programme impacting ~1,000 downstream consumer systems that depend on daily position, NAV and securities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45536" y="1901952"/>
            <a:ext cx="2871216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1901952"/>
            <a:ext cx="28712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9751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OpenShift-Native Workload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73552" y="2267712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Airflow orchestration and dbt transformation jobs run inside OpenShift. There is no external compute. The cluster is the platform.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9904" y="1901952"/>
            <a:ext cx="2871216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1901952"/>
            <a:ext cx="28712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9751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SLA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267712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pipelines must complete within 15 minutes. Worker pod auto-scaling ensures this SLA is met even as data volumes and pipeline complexity grow.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34272" y="1901952"/>
            <a:ext cx="2871216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34272" y="1901952"/>
            <a:ext cx="287121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2288" y="19751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Required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62288" y="2267712"/>
            <a:ext cx="26334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redundant pods for the Webserver and Scheduler. If any single pod fails, pipelines continue without interruption and no data delivery is missed.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3383280"/>
            <a:ext cx="117774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3383280"/>
            <a:ext cx="5486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383280"/>
            <a:ext cx="1164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SPECIFIED POD REQUIREMENTS  (as provided by SEI)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1168" y="3657600"/>
            <a:ext cx="11777472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6576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33472" y="3657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2896" y="3657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04304" y="3657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25712" y="36576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661904" y="365760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1168" y="3950208"/>
            <a:ext cx="11777472" cy="33832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502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51760" y="395020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pods  (HA pair)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01184" y="3950208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22592" y="3950208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144000" y="3950208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680192" y="395020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&amp; API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1168" y="4297680"/>
            <a:ext cx="1177747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29768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651760" y="4297680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pods (KEDA)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01184" y="429768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pods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22592" y="429768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pods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144000" y="4297680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pods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80192" y="429768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dbt + pipeline tasks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01168" y="4645152"/>
            <a:ext cx="11777472" cy="33832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6451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651760" y="4645152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01184" y="4645152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22592" y="4645152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144000" y="4645152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680192" y="464515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metadata store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01168" y="4992624"/>
            <a:ext cx="1177747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9926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vCPU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651760" y="4992624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vCPU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901184" y="4992624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vCPU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022592" y="4992624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vCPU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144000" y="4992624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vCPU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680192" y="499262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01168" y="4992624"/>
            <a:ext cx="54864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1168" y="5340096"/>
            <a:ext cx="11777472" cy="33832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53400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651760" y="5340096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 GB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901184" y="5340096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GB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022592" y="5340096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GB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144000" y="5340096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GB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680192" y="53400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01168" y="5340096"/>
            <a:ext cx="54864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1168" y="5687568"/>
            <a:ext cx="1177747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56875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651760" y="568756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TB → 4.5 TB Y2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901184" y="5687568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 GB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022592" y="5687568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GB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144000" y="5687568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GB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680192" y="568756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01168" y="5687568"/>
            <a:ext cx="54864" cy="338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 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129844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10896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 min  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13308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SLA Target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94360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vCPU  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96772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All Envs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77824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 TB  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980236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Now  →  ~7 TB Y2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235440" y="65928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— COMPONENT DETAIL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0" y="73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Migration  ·  Airflow 3.1.7 + dbt 1.7.5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54864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768096"/>
            <a:ext cx="5486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768096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1078992"/>
            <a:ext cx="54864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078992"/>
            <a:ext cx="64008" cy="1316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44368" y="1143000"/>
            <a:ext cx="2633472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143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Server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408176"/>
            <a:ext cx="5266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Airflow UI and REST API. Operators monitor pipeline runs, trigger DAGs and check task status. Production runs 2 pods so that if one restarts during deployment or failure, the second continues serving without interruption.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505456"/>
            <a:ext cx="5486400" cy="1883664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505456"/>
            <a:ext cx="64008" cy="188366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44368" y="2569464"/>
            <a:ext cx="2633472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256946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 + Python 3.10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834640"/>
            <a:ext cx="526694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— each pod runs Airflow tasks that fire dbt SQL transformations against Oracle. Scaling works in two modes: parallel execution dispatches independent tasks (e.g. securities staging, position staging, NAV staging) simultaneously across multiple pods; sequential execution chains dependent tasks in order (staging → canonical → mart) across the same or different pods as each step completes. KEDA auto-scales the pod count based on Celery queue depth.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4498848"/>
            <a:ext cx="54864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4498848"/>
            <a:ext cx="64008" cy="1316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553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44368" y="4562856"/>
            <a:ext cx="2633472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45628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4828032"/>
            <a:ext cx="5266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Airflow scheduling state, DAG run history, task logs and audit trail. Every other pod reads and writes to this database. Single pod per environment as per SEI spec — the infrastructure team should confirm backup frequency and recovery approach for Production given this is a potential single point of failure.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5925312"/>
            <a:ext cx="5486400" cy="64008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5925312"/>
            <a:ext cx="5486400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5925312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 SCALING  (KEDA + Celery queue depth)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9184" y="6181344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Scale-out: Queue depth &gt; 5 tasks per worker → OpenShift adds pods up to environment maximum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Scale-in: Queue empty for 10 minutes → pods release back to minimum, freeing cluster resources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88736" y="768096"/>
            <a:ext cx="608990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88736" y="768096"/>
            <a:ext cx="5486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768096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SIZING BY ENVIRONMENT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88736" y="1078992"/>
            <a:ext cx="608990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25312" y="10789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45552" y="107899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Req/Lim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833104" y="107899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Req/Lim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838944" y="107899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40587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917936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30000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88736" y="135331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135331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63840" y="13533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851392" y="135331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 GB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857232" y="135331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424160" y="13533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936224" y="13533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448288" y="13533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88736" y="1627632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162763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863840" y="16276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851392" y="162763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 GB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857232" y="162763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424160" y="16276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936224" y="16276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448288" y="16276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888736" y="190195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0" y="190195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Processor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863840" y="190195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851392" y="190195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 GB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857232" y="190195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0424160" y="190195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936224" y="190195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1448288" y="190195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888736" y="2176272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0" y="217627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863840" y="21762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0.5/1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851392" y="217627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 GB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57232" y="217627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0424160" y="217627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936224" y="217627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1448288" y="217627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888736" y="245059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88736" y="2450592"/>
            <a:ext cx="54864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0" y="24505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863840" y="245059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851392" y="245059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 GB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857232" y="245059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3–9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0424160" y="24505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936224" y="24505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1448288" y="24505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88736" y="2724912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0" y="272491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863840" y="27249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851392" y="272491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16/ 32 GB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857232" y="272491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424160" y="27249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936224" y="27249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448288" y="27249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888736" y="299923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43600" y="299923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863840" y="29992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851392" y="299923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 GB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857232" y="299923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0424160" y="29992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0936224" y="29992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1448288" y="29992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888736" y="3419856"/>
            <a:ext cx="608990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88736" y="3419856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80176" y="3419856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 (Year 0 → Year 2 growth)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5888736" y="3675888"/>
            <a:ext cx="6089904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25312" y="3675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516368" y="3675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0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394192" y="3675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9272016" y="3675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14984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888736" y="3913632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43600" y="3913632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Files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7534656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GB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412480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GB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290304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0168128" y="391363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NFS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5888736" y="4169664"/>
            <a:ext cx="60899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43600" y="4169664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Logs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534656" y="416966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8412480" y="416966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9290304" y="416966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0168128" y="416966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NFS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888736" y="4425696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43600" y="4425696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534656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8412480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9290304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10168128" y="442569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NVMe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888736" y="4681728"/>
            <a:ext cx="60899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943600" y="4681728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XCom/MinIO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534656" y="46817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8412480" y="46817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GB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9290304" y="46817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10168128" y="46817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(MinIO)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888736" y="4937760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943600" y="493776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AOF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534656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8412480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9290304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10168128" y="493776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SSD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888736" y="5522976"/>
            <a:ext cx="608990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888736" y="5522976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980176" y="5522976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NODE POOL  (Production)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5888736" y="5779008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980176" y="577900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7351776" y="577900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8174736" y="577900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vCPU · 32 GB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9454896" y="5779008"/>
            <a:ext cx="2852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DAG Processor, Webserver, Triggerer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5888736" y="6053328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980176" y="605332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7351776" y="605332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nodes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8174736" y="605332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vCPU · 64 GB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9454896" y="6053328"/>
            <a:ext cx="2852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pods (3–9) + Redis broker + headroom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888736" y="6327648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980176" y="632764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Storage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7351776" y="632764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nodes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8174736" y="632764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vCPU · 64 GB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9454896" y="6327648"/>
            <a:ext cx="2852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 + NVMe-backed PVC storage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components  </a:t>
            </a:r>
            <a:endParaRPr lang="en-US" sz="950" dirty="0"/>
          </a:p>
        </p:txBody>
      </p:sp>
      <p:sp>
        <p:nvSpPr>
          <p:cNvPr id="161" name="Text 159"/>
          <p:cNvSpPr/>
          <p:nvPr/>
        </p:nvSpPr>
        <p:spPr>
          <a:xfrm>
            <a:off x="129844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3.x pods per env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310896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workers  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413308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(KEDA) in Prod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594360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nodes  </a:t>
            </a:r>
            <a:endParaRPr lang="en-US" sz="950" dirty="0"/>
          </a:p>
        </p:txBody>
      </p:sp>
      <p:sp>
        <p:nvSpPr>
          <p:cNvPr id="165" name="Text 163"/>
          <p:cNvSpPr/>
          <p:nvPr/>
        </p:nvSpPr>
        <p:spPr>
          <a:xfrm>
            <a:off x="696772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OpenShift cluster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877824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TB Y2  </a:t>
            </a:r>
            <a:endParaRPr lang="en-US" sz="950" dirty="0"/>
          </a:p>
        </p:txBody>
      </p:sp>
      <p:sp>
        <p:nvSpPr>
          <p:cNvPr id="167" name="Text 165"/>
          <p:cNvSpPr/>
          <p:nvPr/>
        </p:nvSpPr>
        <p:spPr>
          <a:xfrm>
            <a:off x="980236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storage all envs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9235440" y="65928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2026-03-09T19:32:18Z</dcterms:created>
  <dcterms:modified xsi:type="dcterms:W3CDTF">2026-03-09T19:32:18Z</dcterms:modified>
</cp:coreProperties>
</file>